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280160"/>
            <a:ext cx="9235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7C41"/>
                </a:solidFill>
              </a:defRPr>
            </a:pPr>
            <a:r>
              <a:t>COTECNOVA • CORPORACIÓN DE ESTUDIOS TECNOLÓGICOS DEL NORTE DEL VALLE</a:t>
            </a:r>
          </a:p>
          <a:p>
            <a:pPr algn="ctr">
              <a:defRPr sz="2800" b="1">
                <a:solidFill>
                  <a:srgbClr val="182B49"/>
                </a:solidFill>
              </a:defRPr>
            </a:pPr>
            <a:r>
              <a:t>Sistema Inteligente de Tasación y Estimación de Tiempos para Bordados de Cartago</a:t>
            </a:r>
          </a:p>
          <a:p>
            <a:pPr algn="ctr">
              <a:defRPr sz="1600">
                <a:solidFill>
                  <a:srgbClr val="64748B"/>
                </a:solidFill>
              </a:defRPr>
            </a:pPr>
            <a:r>
              <a:t>Entregable Avance de Proyecto – Primer Corte (IA Aplicada)</a:t>
            </a:r>
          </a:p>
          <a:p>
            <a:br/>
            <a:pPr algn="ctr">
              <a:defRPr sz="1600" b="1">
                <a:solidFill>
                  <a:srgbClr val="182B49"/>
                </a:solidFill>
              </a:defRPr>
            </a:pPr>
            <a:r>
              <a:t>Integrantes del Proyecto:</a:t>
            </a:r>
            <a:br/>
            <a:r>
              <a:t>Davison Cruz &amp; Juan Diego Zapata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Docente: Jhon James Cano Sánchez • 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82296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1. INTRODUCCIÓN (2 MINUTOS)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Contexto Local y Definición del Problema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48463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91C1C"/>
                </a:solidFill>
              </a:defRPr>
            </a:pPr>
            <a:r>
              <a:t>🚨 La Problemática en Cartago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Cartago es la Capital Mundial del Bordado con cientos de talleres artesanales.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Cobro 'al ojo' y empírico: Los presupuestos se calculan por intuición visual sin medir el área exacta ni la técnica.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Desfase de horas: Técnicas complejas como el calado fino demandan decenas de horas que no se remuneran.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Retrasos frecuentes en las entregas prometidas y pérdidas económicas continuas para las artesanas.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7C41"/>
                </a:solidFill>
              </a:defRPr>
            </a:pPr>
            <a:r>
              <a:t>🎯 Propósito y Solución con IA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✔ Desarrollar un modelo de Inteligencia Artificial basado en Regresión Supervisada.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✔ Predicción 1: Horas de confección manual requeridas según técnica y tamaño en cm².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✔ Predicción 2: Precio justo sugerido (COP) que garantice una ganancia digna por hora.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✔ Estimación de Insumos: Número de madejas de hilo necesarias según la complejidad.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✔ Impacto Social: Transformar la tradición artesanal de Cartago con herramientas de IA objetivas.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82296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2. DATOS DEL PROYECTO (2 MINUTOS)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Estructura del Dataset de Bordados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3327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9784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B49"/>
                </a:solidFill>
              </a:defRPr>
            </a:pPr>
            <a:r>
              <a:t>📁 Archivo de Datos: 'pedidos_bordados.csv' (20 registros representativos)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Fuente: Muestreo de piezas típicas de talleres y modistas de Cartago Valle con 9 columnas estructuradas:</a:t>
            </a:r>
            <a:br/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prenda (Texto): Guayabera, Blusa, Mantel, Vestido, Servilletas, Pañuelo.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tecnica (Categórica): Calado Fino, Punto de Sombra, Rococó, Punto de Cruz, Pata de Cabra.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tela (Categórica): Lino 100%, Algodón, Seda.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area_cm2 (Numérica): Superficie bordada en centímetros cuadrados (de 80 a 1,200 cm²).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complejidad (Ordinal): Nivel de dificultad del patrón (Baja, Media, Alta, Muy Alta).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horas_trabajo (Numérica): Tiempo de costura manual (Variable objetivo 1).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precio_cop (Numérica): Valor cobrado en pesos colombianos (Variable objetivo 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82296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3. ANÁLISIS MATEMÁTICO (3 MINUTOS)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Análisis Exploratorio (EDA) con NumPy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49377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B49"/>
                </a:solidFill>
              </a:defRPr>
            </a:pPr>
            <a:r>
              <a:t>📊 Métricas Calculadas con NumPy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Métricas calculadas con np.mean, np.median, np.std, np.min y np.max:</a:t>
            </a:r>
            <a:br/>
          </a:p>
          <a:p>
            <a:pPr>
              <a:defRPr sz="1200">
                <a:solidFill>
                  <a:srgbClr val="333333"/>
                </a:solidFill>
              </a:defRPr>
            </a:pPr>
            <a:r>
              <a:t>🕒 Horas de Confección: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  • Promedio (Media): 37.30 horas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  • Mediana: 29.00 horas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  • Desviación Estándar: ±24.43 horas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  • Rango: de 9.5 h (mínimo) a 115.0 h (máximo)</a:t>
            </a:r>
            <a:br/>
          </a:p>
          <a:p>
            <a:pPr>
              <a:defRPr sz="1200">
                <a:solidFill>
                  <a:srgbClr val="333333"/>
                </a:solidFill>
              </a:defRPr>
            </a:pPr>
            <a:r>
              <a:t>💰 Precios Sugeridos: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  • Promedio: $287,500 COP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  • Mediana: $230,000 COP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  • Desviación Estándar: ±$181,490 COP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  • Rango: $85,000 COP a $850,000 COP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49377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7C41"/>
                </a:solidFill>
              </a:defRPr>
            </a:pPr>
            <a:r>
              <a:t>💡 Hallazgos Relevantes para la IA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1. Disparidad extrema por técnica artesanal:</a:t>
            </a:r>
            <a:br/>
            <a:r>
              <a:t>El 'Calado Fino' promedia más de 50 horas por pieza, casi el triple del 'Punto de Cruz' (17h) para superficies similares. Cobrar solo por tamaño arruina a la bordadora.</a:t>
            </a:r>
            <a:br/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2. Alta dispersión de precios sin estandarizar:</a:t>
            </a:r>
            <a:br/>
            <a:r>
              <a:t>La enorme desviación estándar ($181.490 COP) refleja la inconsistencia del cobro 'al tanteo', donde piezas similares tienen variaciones de precio de hasta un 60%.</a:t>
            </a:r>
            <a:br/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3. La tela condiciona el rendimiento:</a:t>
            </a:r>
            <a:br/>
            <a:r>
              <a:t>En Lino y Seda, el deshilado manual reduce la velocidad de bordado un 35% respecto al Algodón.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82296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3. VISUALIZACIONES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Visualización de Datos con Matplotlib</a:t>
            </a:r>
          </a:p>
        </p:txBody>
      </p:sp>
      <p:pic>
        <p:nvPicPr>
          <p:cNvPr id="6" name="Picture 5" descr="barras_horas_por_tecn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2844800"/>
          </a:xfrm>
          <a:prstGeom prst="rect">
            <a:avLst/>
          </a:prstGeom>
        </p:spPr>
      </p:pic>
      <p:pic>
        <p:nvPicPr>
          <p:cNvPr id="7" name="Picture 6" descr="dispersion_area_vs_hor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3257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82B49"/>
                </a:solidFill>
              </a:defRPr>
            </a:pPr>
            <a:r>
              <a:t>Gráfica 1 (Izquierda): Comparativa de horas por técnica • Gráfica 2 (Derecha): Correlación positiva y dispersión Área vs Horas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82296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4. CÓDIGO Y CONTROL DE VERSIONES (2 MINUTOS)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Implementación en Python y Repositorio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3327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9784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B49"/>
                </a:solidFill>
              </a:defRPr>
            </a:pPr>
            <a:r>
              <a:t>⚙️ Script Principal: `src/eda_proyecto.py`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✔ Lectura de Datos: Implementación de `csv.DictReader` con manejo de codificación UTF-8 para cargar cada pedido como un diccionario estructurado.</a:t>
            </a:r>
            <a:br/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✔ Función Propia Creada: `calcular_rendimiento(area, horas)` que computa los cm² avanzados por hora de trabajo como indicador de productividad.</a:t>
            </a:r>
            <a:br/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✔ Vectorización con NumPy: Creación de matriz 2D `np.array` para ejecutar cómputo estadístico instantáneo sin bucles for lentos.</a:t>
            </a:r>
            <a:br/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✔ Generación Gráfica: Funciones modulares de Matplotlib con guardado automático en archivos `.png`.</a:t>
            </a:r>
            <a:br/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✔ Repositorio GitHub Oficial: `https://github.com/Cruz1905/curso-inteligencia-artificial` con historial de commits verificables y documentación en README.md.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82296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5. PRÓXIMOS PASOS (1 MINUTO)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B49"/>
                </a:solidFill>
              </a:defRPr>
            </a:pPr>
            <a:r>
              <a:t>Ruta hacia el Segundo y Tercer Corte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3327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9784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7C41"/>
                </a:solidFill>
              </a:defRPr>
            </a:pPr>
            <a:r>
              <a:t>🚀 Hoja de Ruta para el Modelo de IA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➡ Segundo Corte (30%): Preprocesamiento de variables categóricas (One-Hot Encoding para técnica y tela).</a:t>
            </a:r>
            <a:br/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➡ Entrenamiento de Modelos: Evaluación y comparación con Scikit-Learn de Regresión Lineal Múltiple, Árboles de Decisión y Random Forest Regressor.</a:t>
            </a:r>
            <a:br/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➡ Métricas de Validación: Medición de error cuadrático medio (RMSE) y coeficiente de determinación (R²) para asegurar un error menor al 10%.</a:t>
            </a:r>
            <a:br/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➡ Tercer Corte (40%): Despliegue de una interfaz visual interactiva con Streamlit donde cualquier taller artesanal de Cartago pueda ingresar las medidas y obtener la cotización instantánea.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